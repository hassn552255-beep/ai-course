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walkthrough of the Resolution Hackathon with the solved worksheet. The glyph is the empty clause, the symbol we are hunting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CS3081 final exam paper disappeared from the instructor’s office. Three students were seen near the office on Sunday night. Security left seven clues.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rotate every level. Show every step: a correct answer with no steps earns only half the XP. First Blood gives +3 XP to the first team to clear a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symbol is a propositional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English clue next to its logical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show KB ⊨ α: add ¬α, convert to CNF, keep resolving. The empty clause ( ) is a contradiction, so KB ⊨ 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clue is converted one rule at a time. Clues 2, 4 and 5 are already simple: D, ¬C, and L → Y becomes ¬L ∨ 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K10 is reserved for the negated goal in each case of Level 3. Note: the worksheet entry for clue 7 should read ¬K ∨ ¬A.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belongs to exactly one pair. Amber row: the trap. Green row: the only pair that gives the empty clause.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resolution step cancels only ONE complementary pair. Resolving on G leaves H ∨ ¬H; resolving on H leaves G ∨ ¬G. Both are tautologies, never the empty clause.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¬O as K10, then resolve: K1 with K2 gives S ∨ O, with ¬O gives S, with K3 gives C, with K5 gives the empty clause.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3B: add S, resolve with K3 to get C, then with K5 for the empty clause. Side quest: add F, resolve with K4 to get C, then K5.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Omar says “Lina did it with me!” and Lina says “I am innocent!”. L appears in the KB only once, as ¬L in K6.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Entailment needs a statement to be true in EVERY model of the KB. Here a model exists with L false and another with L true, so neither L nor ¬L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Omar took the paper, Sara is innocent, and Lina’s guilt or innocence cannot be proven from the clues.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mentor picks 3A, 3B or 3C; present in 2 minutes. Other teams review for an invalid step and raise OBJECTION! naming the step and the broken rule. A correct objection steals 3 XP, a wrong one costs 2 XP, a clean presentation earns the full 10 XP.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0" y="109728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3DDC97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./start_hackathon --mode proof_by_contradiction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Missing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 Paper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Hackathon · CS3081 Artificial Intelligence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Abubaker · Hasan · Abdulrahman Al Shalhoub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Dr. Naila Marir · Effat University, College of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incident_report.txt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Monday 08:00: the exam paper is gone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63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near the office on Sunday night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1463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Omar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near the office on Sunday night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13716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463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Lina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near the office on Sunday night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43A2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9260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 </a:t>
            </a:r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resolution, find who took the paper, who is innocent, and which accusation cannot be proven. Seven clues, one knowledge base, proof by contradiction.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50 min · 100 XP + bonus · roles rotate every level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roles, four levels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logic into CNF: eliminate ↔ and →, De Morgan, distribution.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2801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Hunts complementary literals and builds new clauses (resolvents).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12801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Debugs every step and writes the final answer.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572000"/>
                <a:gridCol w="128016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Level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Challenge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CNF Relay: convert the clues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min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Resolution Dominoes: match clause cards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min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Solve the Case: proof by contradiction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 min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Final Accusation: present and object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min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+ steals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evidence board · symbol 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nine symbols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463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463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 door was unlocked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463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3977640" y="1463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took the exam paper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1371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1463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1463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took the exam paper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4688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 took the exam paper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46120" y="24688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832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3977640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camera was switched off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035040" y="24688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7220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6766560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 door was forced open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35661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4360" y="3657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28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3657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 had a copy of the office key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246120" y="35661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383280" y="3657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2800" dirty="0"/>
          </a:p>
        </p:txBody>
      </p:sp>
      <p:sp>
        <p:nvSpPr>
          <p:cNvPr id="29" name="Text 26"/>
          <p:cNvSpPr txBox="1"/>
          <p:nvPr/>
        </p:nvSpPr>
        <p:spPr>
          <a:xfrm>
            <a:off x="3977640" y="3657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Khalid lent his office key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035040" y="35661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72200" y="3657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766560" y="3657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rang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clues from campus security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Seven clues, in logic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801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1280160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door was unlocked, then Sara or Omar took the paper.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2801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→ (S ∨ O)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764792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76479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17647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 was unlocked.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17647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249424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24942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224942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Sara took it or the door was forced, the camera was off.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2494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 ∨ F) → C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2734056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273405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2734056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was NOT off (it recorded all night).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273405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¬C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218688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21868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60120" y="321868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 could only have taken it if she had a copy of the key.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32186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→ Y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57200" y="3703320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370332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60120" y="3703320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 had a copy of the key if and only if Khalid lent his key.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7033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↔ K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57200" y="4187952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418795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60120" y="418795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true that Khalid lent his key AND the alarm rang.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1879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¬(K ∧ A)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cheat code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by contradiction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9659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negated goal ¬α to the KB.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42032" y="13716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79192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2679192" y="19659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every clause to CNF.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26864" y="13716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64024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764024" y="19659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pairs with complementary literals.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711696" y="13716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48856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848856" y="19659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clause ( ) appears: contradiction, so KB ⊨ α.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2918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32918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3A2F1A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3337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 moves
</a:t>
            </a:r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↔, eliminate →, De Morgan, distribution, resolution, factoring.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3337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rule
</a:t>
            </a:r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clauses and no ( ): there is no entailment, so α cannot be proven.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level 01 · CNF relay · 20 XP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Converting the clues to CNF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53312"/>
            <a:ext cx="3794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Clue 1: D → (S ∨ O)
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¬D ∨ (S ∨ O)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eliminate →
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¬D ∨ S ∨ 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associativity
</a:t>
            </a:r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⇒ K1: ¬D ∨ S ∨ 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00600" y="1353312"/>
            <a:ext cx="3794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Clue 3: (S ∨ F) → C
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¬(S ∨ F) ∨ C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eliminate →
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(¬S ∧ ¬F) ∨ C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 Morgan
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 ∨ ¬S) ∧ (C ∨ ¬F)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distribution
</a:t>
            </a:r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⇒ K3: ¬S ∨ C   K4: ¬F ∨ 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0632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3136392"/>
            <a:ext cx="3794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Clue 6: Y ↔ K
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(Y → K) ∧ (K → Y)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eliminate ↔
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(¬Y ∨ K) ∧ (¬K ∨ Y)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eliminate →
</a:t>
            </a:r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⇒ K7: ¬Y ∨ K   K8: ¬K ∨ 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30632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3136392"/>
            <a:ext cx="3794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Clue 7: ¬(K ∧ A)
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¬K ∨ ¬A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 Morgan
</a:t>
            </a:r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⇒ K9: ¬K ∨ ¬A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level 01 · final KB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base in CNF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· Clue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55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¬D ∨ S ∨ O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K2 · Clue 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755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035040" y="1371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 · Clue 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1755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¬S ∨ C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57200" y="24688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K4 · Clue 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¬F ∨ C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3246120" y="24688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8328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K5 · Clue 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38328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¬C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035040" y="24688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7220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K6 · Clue 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¬L ∨ Y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57200" y="35661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4360" y="3639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K7 · Clue 6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94360" y="3950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¬Y ∨ K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3246120" y="35661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383280" y="3639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 · Clue 6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383280" y="3950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¬K ∨ Y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6035040" y="35661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72200" y="3639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K9 · Clue 7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172200" y="3950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¬K ∨ ¬A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level 02 · resolution dominoes · 30 XP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pairs, one trap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548640"/>
                <a:gridCol w="2103120"/>
                <a:gridCol w="17373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Pair and clauses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Resolvent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Factoring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+ I  (G ∨ H) + (¬G ∨ ¬H)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 ∨ ¬H  tautology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F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+ G  (¬T ∨ U) + (T ∨ U)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Yes: U ∨ U → U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+ H  (¬Q ∨ R) + (P ∨ Q)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∨ 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+ J  (X ∨ ¬Y ∨ Z) + (Y ∨ W)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∨ Z ∨ W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 + L  (M) + (¬M)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 )  empty clause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 + K  (A ∨ B ∨ S) + (¬A ∨ R ∨ S)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∨ R ∨ 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Yes: S ∨ S → 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level 02 · bug 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trap pair: A + 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 ∨ H)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017520" y="13716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5468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I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(¬G ∨ ¬H)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035040" y="13716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3A2F1A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1444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Resolvent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∨ ¬H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2651760" y="15544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15544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27432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27432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28346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looks like
</a:t>
            </a:r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cards hold G and H with opposite signs, so it seems everything cancels into ( ).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28346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actually happens
</a:t>
            </a:r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pair may be removed per step. The result is a tautology (always true), not the empty clause.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level 03 · prove KB ⊨ O · 15 XP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3A: did Omar take it?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TO KB  </a:t>
            </a:r>
            <a:pPr indent="0" marL="0">
              <a:buNone/>
            </a:pPr>
            <a:r>
              <a:rPr lang="en-US" sz="1300" b="1" dirty="0">
                <a:solidFill>
                  <a:srgbClr val="0E1621"/>
                </a:solidFill>
                <a:highlight>
                  <a:srgbClr val="F2B84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K10: ¬O 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2011680"/>
                <a:gridCol w="73152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Step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Clause 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Clause 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Resolvent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K1: ¬D ∨ S ∨ 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K2: 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 ∨ 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R1: S ∨ 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K10: ¬O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R2: 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K3: ¬S ∨ 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R3: 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K5: ¬C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 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43A2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 </a:t>
            </a:r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clause reached, so KB ⊨ O. Omar took the exam paper.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level 03 · cases 3B and side quest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 and the forced door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3B · 10 XP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Sara innocent?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KB ⊨ ¬S · add S as K10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R1: K10 + K3 on S  → C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R2: R1 + K5 on C  → ( 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65760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43A2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657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⊨ ¬S: Sara is innocent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QUEST · +3 XP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 the door forced?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KB ⊨ ¬F · add F as K10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R1: K10 + K4 on F  → C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R2: R1 + K5 on C  → ( 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846320" y="365760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43A2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37760" y="3657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⊨ ¬F: the door was not forced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level 03 · boss fight · case 3C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about Lina?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Omar: “Lina did it with me!”   ·   Lina: “I am innocent!”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5087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 1 · add ¬L as K10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K10 (¬L) needs a clause that contains L. The only clause with L is K6, where L is also negated (¬L ∨ Y). No complementary literals, so no resolvent.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61188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3A2F1A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611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at once: no new clauses, no ( 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 2 · add L as K10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965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R1: K10 + K6 on L → Y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R2: R1 + K7 on Y → K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R3: R2 + K9 on K → ¬A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¬A has no partner: A never appears positively.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46320" y="361188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3A2F1A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7760" y="3611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again: no empty clause ( 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level 03 · 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Lina: neither accused nor cleared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89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 ⊭ L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¬L gives no resolvent, so Lina cannot be accused.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389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 ⊭ ¬L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L gives Y, K, ¬A and then stops, so Lina cannot be cleared.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16243A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9443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worlds satisfy every clue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310128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 1: L = false, Y = false, K = false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 2: L = true, Y = true, K = true, A = false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both: D = O = true and S = C = F = false.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DDC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case closed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verdict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0E1621"/>
          </a:solidFill>
          <a:ln w="12700">
            <a:solidFill>
              <a:srgbClr val="0E16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Omar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the paper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 ⊨ 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in 4 steps (3A)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0E1621"/>
          </a:solidFill>
          <a:ln w="12700">
            <a:solidFill>
              <a:srgbClr val="0E162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Innocent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 ⊨ ¬S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in 2 steps (3B)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0E1621"/>
          </a:solidFill>
          <a:ln w="12700">
            <a:solidFill>
              <a:srgbClr val="0E162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Lina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accused or cleared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 ⊭ L and KB ⊭ ¬L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attempt reached ( ) (3C)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quest: the door was not forced, KB ⊨ ¬F.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level 04 · final accusation · 10 XP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Present, object, post-mortem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CS3081 · Resolution Hackathon · the_missing_exam_paper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298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Present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at the board on the case the mentor picks.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42032" y="12344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79192" y="1298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Review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679192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teams hunt for an invalid step.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26864" y="12344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64024" y="1298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Object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764024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exact step and the broken rule.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11696" y="12344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48856" y="1298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Score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848856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objection +3 XP stolen, wrong −2 XP.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28346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2907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resolution a “proof by contradiction”?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340156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show KB ⊨ α we assume ¬α. If KB with ¬α yields the empty clause, that assumption is impossible, so α must hold.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28346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0E1621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0" y="2907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no empty clause can be produced?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340156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no new clauses appear, KB with ¬α is satisfiable: a world exists where α fails. So α cannot be proven, as with Lina.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Resolution Hackathon: The Missing Exam Paper</dc:title>
  <dc:subject>PptxGenJS Presentation</dc:subject>
  <dc:creator>PptxGenJS</dc:creator>
  <cp:lastModifiedBy>PptxGenJS</cp:lastModifiedBy>
  <cp:revision>1</cp:revision>
  <dcterms:created xsi:type="dcterms:W3CDTF">2026-10-21T07:58:33Z</dcterms:created>
  <dcterms:modified xsi:type="dcterms:W3CDTF">2026-10-21T07:58:33Z</dcterms:modified>
</cp:coreProperties>
</file>